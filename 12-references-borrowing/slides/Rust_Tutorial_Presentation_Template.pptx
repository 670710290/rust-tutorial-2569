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28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customXml" Target="../customXml/item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6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1414"/>
          </a:solidFill>
          <a:ln/>
        </p:spPr>
      </p:sp>
      <p:sp>
        <p:nvSpPr>
          <p:cNvPr id="3" name="Shape 1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8B2E2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C9A22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 dirty="0">
                <a:solidFill>
                  <a:srgbClr val="E8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TUTORIAL 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กลุ่ม [XX]  —  [ชื่อหัวข้อ Topic Name]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สไลด์นำเสนอ — แทนที่ข้อความในวงเล็บ [ ] ด้วยเนื้อหาของกลุ่ม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10725912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8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315968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[ชื่อ-สกุล] — Concept + Short Code Illustration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745736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[ชื่อ-สกุล] — Detailed Code + Live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175504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[ชื่อ-สกุล] — Rust vs Other Language + PPL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605272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[ชื่อ-สกุล] — Exercises + Common Mistakes + Challenge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คณะวิทยาศาสตร์ มหาวิทยาลัยศิลปากร  |  ภาคการศึกษาที่ 1/2569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โครงสร้างการนำเสนอ (รวม ~20 นาที)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แต่ละคนนำเสนอประมาณ 5 นาที ต่อเนื่องกันตามลำดับ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5" name="Shape 3"/>
          <p:cNvSpPr/>
          <p:nvPr/>
        </p:nvSpPr>
        <p:spPr>
          <a:xfrm>
            <a:off x="1477899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6" name="Text 4"/>
          <p:cNvSpPr/>
          <p:nvPr/>
        </p:nvSpPr>
        <p:spPr>
          <a:xfrm>
            <a:off x="1477899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+ Short Code Illustration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แนวคิดหลักของหัวข้อ พร้อมโค้ดตัวอย่างสั้น 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1558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2257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2257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58718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8718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8718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อธิบายโค้ดเชิงลึกและสาธิตการทำงานจริง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8718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5916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6615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0" name="Text 18"/>
          <p:cNvSpPr/>
          <p:nvPr/>
        </p:nvSpPr>
        <p:spPr>
          <a:xfrm>
            <a:off x="720661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23076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3076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vs Other Language + PPL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23076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เปรียบเทียบภาษา และวิเคราะห์เชิง Programming Language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3076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0274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70973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70973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87434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87434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+ Common Mistakes + Challenge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87434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และโจทย์ท้าทายผู้ฟัง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87434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[ชื่อหัวข้อ] คืออะไร? (Concept)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[อธิบายความหมาย/ที่มาของแนวคิดนี้ใน 1-2 ประโยค]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[เหตุผลที่ Rust ออกแบบแนวคิดนี้]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[ปัญหาที่แนวคิดนี้ช่วยแก้ไข]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[จุดสำคัญที่ผู้ฟังต้องจำ]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237744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80760" y="1856232"/>
            <a:ext cx="542239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[โค้ดตัวอย่างสั้น ๆ แสดงแนวคิด]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println!("Hello, Rust!");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420624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ผลลัพธ์ที่คาดหวัง (Expected Output)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4526280"/>
            <a:ext cx="5879592" cy="1005840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4690872"/>
            <a:ext cx="5422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[expected output]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492240" cy="3566160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56232"/>
            <a:ext cx="6035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[โค้ดตัวอย่างที่ใช้สาธิตแบบละเอียด]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อธิบายทีละส่วนขณะ demo สด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507992" cy="3566160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 dirty="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52360" y="23317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[ขั้นตอน Demo ที่ 1]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0" y="292608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[ขั้นตอน Demo ที่ 2]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352044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[ขั้นตอน Demo ที่ 3]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411480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[สิ่งที่ต้องระวังระหว่าง Demo]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vs [Other Language]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30175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[Other Language]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Semantics / Behavior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[อธิบาย]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4892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[อธิบายความแตกต่างที่สำคัญและเหตุผลด้านการออกแบบภาษา]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นี้เกี่ยวข้องกับ syntax อย่างไร]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1584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9" name="Text 7"/>
          <p:cNvSpPr/>
          <p:nvPr/>
        </p:nvSpPr>
        <p:spPr>
          <a:xfrm>
            <a:off x="4474464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74464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[คำสั่ง/construct มีความหมายอย่างไร]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25968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8308848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08848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[เกี่ยวข้องกับ type system อย่างไร ถ้ามี]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/ Resource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[เกี่ยวข้องกับ memory management อย่างไร ถ้ามี]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1584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74464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74464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[scope, binding, paradigm ที่เกี่ยวข้อง]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25968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8848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Rust?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08848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[เพิ่ม safety/reliability/performance อย่างไร]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ข้อผิดพลาดที่พบบ่อย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6771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[โค้ดที่ผิด / ตัวอย่างข้อผิดพลาด]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21031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26771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[โค้ดที่แก้ไขถูกต้อง]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7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ทำไมถึงผิด? (Why?)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[อธิบายสาเหตุที่ทำให้เกิดข้อผิดพลาดนี้ และหลักการของ Rust ที่เกี่ยวข้อง]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74552" cy="1965960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0725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[เขียนโจทย์แบบฝึกหัด/คำถามท้าทายที่เกี่ยวข้องกับหัวข้อ ให้ผู้ฟังลองตอบสด ๆ]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[คำใบ้]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393192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4096512"/>
            <a:ext cx="48463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Solution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[เฉลย]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— สรุปสิ่งที่ควรจำ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78308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[ประเด็นสำคัญที่ 1 ที่ผู้ฟังควรจำจากหัวข้อนี้]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[ประเด็นสำคัญที่ 2]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79476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[ประเด็นสำคัญที่ 3]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80060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[ความเชื่อมโยงกับหัวข้ออื่นในวิชา PPL]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เอกสารอ้างอิง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Rust Programming Language (The Rust Book) — https://doc.rust-lang.org/book/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Rust by Example — https://doc.rust-lang.org/rust-by-example/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[Official documentation ที่เกี่ยวข้องกับหัวข้อนี้]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[แหล่งอ้างอิงเพิ่มเติม]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[ลิงก์ repository ของกลุ่ม]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B2E2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3657600"/>
            <a:ext cx="5029200" cy="502920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 err="1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</a:t>
            </a:r>
            <a:r>
              <a:rPr lang="en-US" dirty="0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[XX]  —  [</a:t>
            </a:r>
            <a:r>
              <a:rPr lang="en-US" dirty="0" err="1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ชื่อหัวข้อ</a:t>
            </a:r>
            <a:r>
              <a:rPr lang="en-US" dirty="0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95E7BA23164C44A34976FF774A14AC" ma:contentTypeVersion="4" ma:contentTypeDescription="Create a new document." ma:contentTypeScope="" ma:versionID="1f4f63be8d2f97290eb6360cf59410dd">
  <xsd:schema xmlns:xsd="http://www.w3.org/2001/XMLSchema" xmlns:xs="http://www.w3.org/2001/XMLSchema" xmlns:p="http://schemas.microsoft.com/office/2006/metadata/properties" xmlns:ns2="e45cb4d8-19a9-4b13-b6f5-824b45606c3c" targetNamespace="http://schemas.microsoft.com/office/2006/metadata/properties" ma:root="true" ma:fieldsID="7f81018ab83aedf938603f880af59b12" ns2:_="">
    <xsd:import namespace="e45cb4d8-19a9-4b13-b6f5-824b45606c3c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cb4d8-19a9-4b13-b6f5-824b45606c3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5fc7acaa-f919-463b-ae62-f5f9386dcdd5" ContentTypeId="0x0101" PreviousValue="false" LastSyncTimeStamp="2021-07-23T15:19:22.11Z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45cb4d8-19a9-4b13-b6f5-824b45606c3c" xsi:nil="true"/>
  </documentManagement>
</p:properties>
</file>

<file path=customXml/itemProps1.xml><?xml version="1.0" encoding="utf-8"?>
<ds:datastoreItem xmlns:ds="http://schemas.openxmlformats.org/officeDocument/2006/customXml" ds:itemID="{BDC7BEB5-F0D0-4BFD-B608-BB493CAF0DFD}"/>
</file>

<file path=customXml/itemProps2.xml><?xml version="1.0" encoding="utf-8"?>
<ds:datastoreItem xmlns:ds="http://schemas.openxmlformats.org/officeDocument/2006/customXml" ds:itemID="{F5A667C0-ED1B-4BFA-9314-03765D10CAC2}"/>
</file>

<file path=customXml/itemProps3.xml><?xml version="1.0" encoding="utf-8"?>
<ds:datastoreItem xmlns:ds="http://schemas.openxmlformats.org/officeDocument/2006/customXml" ds:itemID="{C99117EF-BA54-42FD-B62A-587354769563}"/>
</file>

<file path=customXml/itemProps4.xml><?xml version="1.0" encoding="utf-8"?>
<ds:datastoreItem xmlns:ds="http://schemas.openxmlformats.org/officeDocument/2006/customXml" ds:itemID="{DC8E5E56-0CD0-4894-A2CA-99C3A5EE20BD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878</Words>
  <Application>Microsoft Office PowerPoint</Application>
  <PresentationFormat>แบบจอกว้าง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Tasanawan.so@outlook.com</cp:lastModifiedBy>
  <cp:revision>3</cp:revision>
  <dcterms:created xsi:type="dcterms:W3CDTF">2026-09-18T02:35:33Z</dcterms:created>
  <dcterms:modified xsi:type="dcterms:W3CDTF">2026-09-20T08:06:29Z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0x010100AF95E7BA23164C44A34976FF774A14AC</vt:lpwstr>
  </property>
</Properties>
</file>